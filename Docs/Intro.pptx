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2" r:id="rId6"/>
    <p:sldId id="263" r:id="rId7"/>
    <p:sldId id="264" r:id="rId8"/>
    <p:sldId id="261" r:id="rId9"/>
    <p:sldId id="266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53" y="8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66CEA-31BC-DB28-85E4-CC8394D5F7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3769E7-FE38-16A5-6A7E-1EA1AE2EAD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D89782-0D7F-F4D1-77C6-A7DF94300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E3B46-8F67-46F1-BABA-B722F7064C54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2BD216-AD74-0625-ED8A-FE223FD48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AA3805-413B-994B-DE1C-4409FB615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3C4E7-7DFA-4CDA-8C4D-18C3CEB1CB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95311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C52FB-626A-F238-0F99-9FB378B67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67F70-AB53-E532-F75C-A0839E1D7D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1D2D08-C46E-7815-BB76-C307F540A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E3B46-8F67-46F1-BABA-B722F7064C54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1E0D4E-44A9-ED6F-F61A-D788DCFFA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6F678D-4283-842E-E975-B24972BC5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3C4E7-7DFA-4CDA-8C4D-18C3CEB1CB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1149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C0143-1C98-0A12-9B1F-375C1DBE7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F09A56-E4F6-074D-CC8C-79F4BFE65B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7E667D-105C-C021-86F1-725E4D823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E3B46-8F67-46F1-BABA-B722F7064C54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05D82D-EE7B-90EF-B790-9BC469F38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0BAA4E-7756-F69E-4902-94F46AAA9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3C4E7-7DFA-4CDA-8C4D-18C3CEB1CB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05088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3C28C-42DF-BCEF-0D29-85465D70B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D32606-3AD3-AB8B-18AF-89B70D354A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9DF27F-FA59-93FA-E00D-86F2AFCEFF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1B89DE-8A4C-C37A-3568-90CBE811E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E3B46-8F67-46F1-BABA-B722F7064C54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DE7B07-45E5-BCE3-A0FD-093A58298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363E5C-89DE-9016-24C1-2A9D4CE6E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3C4E7-7DFA-4CDA-8C4D-18C3CEB1CB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3119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9562B-933D-D162-342D-B0F3543D6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065606-FD70-D32E-317E-B1709C1FD8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14E90A-4BA1-036E-ED08-AB71D1D018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6B58CB-57FF-5021-2112-359042F7F4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33D413-7239-7F4F-1D79-793D1DC3A1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484F73-2D2B-91D1-DACC-E8C9914A1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E3B46-8F67-46F1-BABA-B722F7064C54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FF35E99-1FFD-44EC-5A58-C7685E61A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705435-0A08-6359-5E84-68C343F9A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3C4E7-7DFA-4CDA-8C4D-18C3CEB1CB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06492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278C3-C992-1C33-F8C6-2A34E7F28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37410E-9A5F-DDFC-7B0E-140002016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E3B46-8F67-46F1-BABA-B722F7064C54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6AF697-943D-2B58-6DAA-06C258BE5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DBA40C-B9F8-CD92-67B7-36176375F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3C4E7-7DFA-4CDA-8C4D-18C3CEB1CB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40385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11B69E-08DC-0A35-B8A3-E09FF565A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E3B46-8F67-46F1-BABA-B722F7064C54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537096-A543-76B5-5074-14577C99B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8F0474-57C7-EEB6-8E4B-AB3A9A7A0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3C4E7-7DFA-4CDA-8C4D-18C3CEB1CB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9067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4D788-BE38-81AA-05E2-866AAC76F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A346A4-07A1-48CF-2392-F44F38C4DD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31461F-8602-B212-6FDA-304877E3D9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5D475A-891F-E7E8-384D-0D5087F69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E3B46-8F67-46F1-BABA-B722F7064C54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C74BF9-29B6-C035-2907-87F8C1A65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60FBE5-5B18-3738-D492-A116183DD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3C4E7-7DFA-4CDA-8C4D-18C3CEB1CB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60511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F016B-8B3D-B518-DDB5-397D8C120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277CC0-F5C7-48E7-380A-41EE08306F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AE6B1A-3687-9BEC-A00B-917FD3C0D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29CFA9-049B-07B2-C75E-5BA1BB7CE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E3B46-8F67-46F1-BABA-B722F7064C54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83A0E8-7FF4-0D90-A4B7-14441591B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B49A4A-BF40-898C-279E-5B8521479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3C4E7-7DFA-4CDA-8C4D-18C3CEB1CB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41720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CCA88-C053-7F9B-C33D-D01A441DB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D47561-253D-A934-4B50-4E6235D16D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978622-520B-7A70-5FA9-FD151C09A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E3B46-8F67-46F1-BABA-B722F7064C54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7D39D9-23F0-8B82-5DBB-DD782B57B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8A0012-9DDD-B2FD-FAC6-06BBAF033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3C4E7-7DFA-4CDA-8C4D-18C3CEB1CB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99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F484C2-D66D-CD11-02B3-F762BD0E2B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454EFE-873F-3105-F34D-AC71A25998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C04DEB-2AF6-3AD2-7283-A519FB65B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E3B46-8F67-46F1-BABA-B722F7064C54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581EB5-A2BD-0FCC-9D23-81B72F7D1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895237-B421-C642-55F4-745DBE9FB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3C4E7-7DFA-4CDA-8C4D-18C3CEB1CB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7295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294FDC-7B46-7A01-16AF-058782365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EDF770-F9F2-BBB5-1EB8-CDC59C7F12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AC635A-ABEB-9DA6-D5DF-4DF4788C20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5E3B46-8F67-46F1-BABA-B722F7064C54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341B0D-F563-A0F2-CBEF-29E2C31D1E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D28967-8E3F-364F-13A3-CCC4D3C93B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B3C4E7-7DFA-4CDA-8C4D-18C3CEB1CB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9443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291DD-5606-7103-68D9-6317FE6D1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Core Concept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B55FCB-C2C5-BA49-0C06-C2EB567B0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crowd-sourced and data-integrated mobile and web application that provides a heatmap of criminal activity and safety levels in real-time. It empowers citizens to make informed decisions about their environment by visualizing crime data and safety alerts.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777521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369B8-9508-D216-B50A-FB753FC98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 Key Features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F3B0A7-29CE-E342-3D18-4E08957A47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IN" sz="4800" b="1" dirty="0"/>
              <a:t>A. Geo-layered Safety Map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sz="4800" b="1" dirty="0"/>
              <a:t>B. Crowd-Sourced Incident Reporting</a:t>
            </a:r>
            <a:endParaRPr lang="en-IN" sz="4800" dirty="0"/>
          </a:p>
          <a:p>
            <a:pPr marL="0" indent="0">
              <a:lnSpc>
                <a:spcPct val="120000"/>
              </a:lnSpc>
              <a:buNone/>
            </a:pPr>
            <a:r>
              <a:rPr lang="en-IN" sz="4800" b="1" dirty="0"/>
              <a:t>C. Route Safety Analyzer</a:t>
            </a:r>
            <a:endParaRPr lang="en-IN" sz="4800" dirty="0"/>
          </a:p>
          <a:p>
            <a:pPr marL="0" indent="0">
              <a:lnSpc>
                <a:spcPct val="120000"/>
              </a:lnSpc>
              <a:buNone/>
            </a:pPr>
            <a:r>
              <a:rPr lang="en-IN" sz="4800" b="1" dirty="0"/>
              <a:t>D. Community Alerts &amp; Notifications</a:t>
            </a:r>
            <a:endParaRPr lang="en-IN" sz="4800" dirty="0"/>
          </a:p>
          <a:p>
            <a:pPr marL="0" indent="0">
              <a:lnSpc>
                <a:spcPct val="120000"/>
              </a:lnSpc>
              <a:buNone/>
            </a:pPr>
            <a:r>
              <a:rPr lang="en-IN" sz="4800" b="1" dirty="0"/>
              <a:t>E. "</a:t>
            </a:r>
            <a:r>
              <a:rPr lang="en-IN" sz="4800" b="1" dirty="0" err="1"/>
              <a:t>SafeSpot</a:t>
            </a:r>
            <a:r>
              <a:rPr lang="en-IN" sz="4800" b="1" dirty="0"/>
              <a:t>" Finder</a:t>
            </a:r>
            <a:endParaRPr lang="en-IN" sz="4800" dirty="0"/>
          </a:p>
          <a:p>
            <a:pPr marL="0" indent="0">
              <a:buNone/>
            </a:pPr>
            <a:br>
              <a:rPr lang="en-IN" dirty="0"/>
            </a:br>
            <a:br>
              <a:rPr lang="en-IN" dirty="0"/>
            </a:b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41403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77DA5-0E0C-CA4E-CACB-5FBE44D74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A. Geo-layered Safety Map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74F40F-C966-A629-7A2E-DFEF36A4A8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Heatmaps:</a:t>
            </a:r>
            <a:r>
              <a:rPr lang="en-US" dirty="0"/>
              <a:t> Uses color coding (Green = Safe, Yellow = Moderate, Red = Unsafe) based on crime density.</a:t>
            </a:r>
          </a:p>
          <a:p>
            <a:r>
              <a:rPr lang="en-US" b="1" dirty="0"/>
              <a:t>Data Sources:</a:t>
            </a:r>
            <a:r>
              <a:rPr lang="en-US" dirty="0"/>
              <a:t> Integrates data from the National Crime Records Bureau (NCRB) for official statistics and supplements it with real-time user reports.</a:t>
            </a:r>
          </a:p>
          <a:p>
            <a:r>
              <a:rPr lang="en-US" b="1" dirty="0"/>
              <a:t>Layer Toggle:</a:t>
            </a:r>
            <a:r>
              <a:rPr lang="en-US" dirty="0"/>
              <a:t> Users can switch between layers (e.g., Theft, Assault, Traffic Accidents, Women's Safety).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433423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DD766-F963-B79F-9F58-8C74A249A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B. Crowd-Sourced Incident Reporting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319F0D-8012-4198-19DC-E435EE771A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Quick-Report Button:</a:t>
            </a:r>
            <a:r>
              <a:rPr lang="en-US" dirty="0"/>
              <a:t> Allows users to report an incident instantly (with photo, video, or text) without opening the app fully (for safety).</a:t>
            </a:r>
          </a:p>
          <a:p>
            <a:r>
              <a:rPr lang="en-US" b="1" dirty="0"/>
              <a:t>Verification System:</a:t>
            </a:r>
            <a:r>
              <a:rPr lang="en-US" dirty="0"/>
              <a:t> Implements a "trust score" for frequent reporters and cross-references multiple reports of the same incident to prevent spam/fake news.</a:t>
            </a:r>
          </a:p>
          <a:p>
            <a:r>
              <a:rPr lang="en-US" b="1" dirty="0"/>
              <a:t>Anonymous Mode:</a:t>
            </a:r>
            <a:r>
              <a:rPr lang="en-US" dirty="0"/>
              <a:t> Allows users to report sensitive crimes without revealing their identity.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097939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E05AC-BFA2-3623-4439-7E6D89ACB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C. Route Safety Analyzer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D882C4-E55A-D4DE-D8DF-22EBABE92F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Users can input a destination. The algorithm calculates the safest route rather than just the shortest route, avoiding high-crime zones, especially at night.</a:t>
            </a:r>
          </a:p>
          <a:p>
            <a:r>
              <a:rPr lang="en-US" b="1" dirty="0"/>
              <a:t>Time-Based Safety:</a:t>
            </a:r>
            <a:r>
              <a:rPr lang="en-US" dirty="0"/>
              <a:t> The map adjusts based on the time of day (e.g., a park might be safe at 2 PM but unsafe at 2 AM).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819824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88082-1385-0433-C3AE-3D7AE9AEA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D. Community Alerts &amp; Notifications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5B7E20-E062-01FE-555F-5B8ECBA8B3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Users can subscribe to zones (e.g., their home, office, child's school).</a:t>
            </a:r>
          </a:p>
          <a:p>
            <a:r>
              <a:rPr lang="en-US" dirty="0"/>
              <a:t>Push notifications for recent crimes, suspicious activity, or police alerts in those specific zones.</a:t>
            </a:r>
          </a:p>
          <a:p>
            <a:r>
              <a:rPr lang="en-US" b="1" dirty="0"/>
              <a:t>SOS/Emergency Beacon:</a:t>
            </a:r>
            <a:r>
              <a:rPr lang="en-US" dirty="0"/>
              <a:t> A feature that shares the user's live location with emergency contacts and local police if they feel threatened.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96774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7C9FA-0F10-049D-E1C8-BECDD6C12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E. "</a:t>
            </a:r>
            <a:r>
              <a:rPr lang="en-IN" b="1" dirty="0" err="1"/>
              <a:t>SafeSpot</a:t>
            </a:r>
            <a:r>
              <a:rPr lang="en-IN" b="1" dirty="0"/>
              <a:t>" Finder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D4DB1E-0F46-A1BC-DA90-42B7D855FE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Identifies nearby "safe havens" such as police stations, hospitals, 24/7 pharmacies, or partner businesses (e.g., cafes with a "Ask for Angela" type safety protocol)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768059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F0488-4516-E5D9-FBF4-681C4697E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Technology Stack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098165-ED55-7161-03CC-2CF083E9B2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Frontend:</a:t>
            </a:r>
            <a:r>
              <a:rPr lang="en-IN" dirty="0"/>
              <a:t> React Native (for cross-platform mobile) / Flutter.</a:t>
            </a:r>
          </a:p>
          <a:p>
            <a:r>
              <a:rPr lang="en-IN" b="1" dirty="0"/>
              <a:t>Backend:</a:t>
            </a:r>
            <a:r>
              <a:rPr lang="en-IN" dirty="0"/>
              <a:t> Node.js or Python (Django/</a:t>
            </a:r>
            <a:r>
              <a:rPr lang="en-IN" dirty="0" err="1"/>
              <a:t>FastAPI</a:t>
            </a:r>
            <a:r>
              <a:rPr lang="en-IN" dirty="0"/>
              <a:t>).</a:t>
            </a:r>
          </a:p>
          <a:p>
            <a:r>
              <a:rPr lang="en-IN" b="1" dirty="0"/>
              <a:t>Database:</a:t>
            </a:r>
            <a:r>
              <a:rPr lang="en-IN" dirty="0"/>
              <a:t> PostgreSQL with </a:t>
            </a:r>
            <a:r>
              <a:rPr lang="en-IN" dirty="0" err="1"/>
              <a:t>PostGIS</a:t>
            </a:r>
            <a:r>
              <a:rPr lang="en-IN" dirty="0"/>
              <a:t> (for geospatial data).</a:t>
            </a:r>
          </a:p>
          <a:p>
            <a:r>
              <a:rPr lang="en-IN" b="1" dirty="0"/>
              <a:t>Maps &amp; Visualization:</a:t>
            </a:r>
            <a:r>
              <a:rPr lang="en-IN" dirty="0"/>
              <a:t> </a:t>
            </a:r>
            <a:r>
              <a:rPr lang="en-IN" dirty="0" err="1"/>
              <a:t>Mapbox</a:t>
            </a:r>
            <a:r>
              <a:rPr lang="en-IN" dirty="0"/>
              <a:t>, Google Maps API, or Leaflet.</a:t>
            </a:r>
          </a:p>
          <a:p>
            <a:r>
              <a:rPr lang="en-IN" b="1" dirty="0"/>
              <a:t>Data Scraping/Integration:</a:t>
            </a:r>
            <a:r>
              <a:rPr lang="en-IN" dirty="0"/>
              <a:t> APIs to pull data from government records (NCRB) and possibly local police Twitter feeds.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586262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24235-AEEA-0E24-08F2-F7F8ED199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Data Integrity &amp; Moderation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B0B898-74C8-B4D7-E8CE-602291BB82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4000" b="1" dirty="0"/>
              <a:t>AI Moderation:</a:t>
            </a:r>
            <a:r>
              <a:rPr lang="en-US" sz="4000" dirty="0"/>
              <a:t> Machine learning model to scan report descriptions and images for profanity, gore, or spam before publication.</a:t>
            </a:r>
          </a:p>
          <a:p>
            <a:r>
              <a:rPr lang="en-US" sz="4000" b="1" dirty="0"/>
              <a:t>Admin Dashboard:</a:t>
            </a:r>
            <a:r>
              <a:rPr lang="en-US" sz="4000" dirty="0"/>
              <a:t> A dashboard for local moderators or police departments to verify major incidents and mark them as "resolved."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159419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6ABE4-C007-24C5-5EE6-6FB3ED6E5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Target Users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A160BB-F199-387E-5B05-BA011A3997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General Public:</a:t>
            </a:r>
            <a:r>
              <a:rPr lang="en-US" sz="4000" dirty="0"/>
              <a:t> Daily commuters, parents checking school zones, tourists.</a:t>
            </a:r>
          </a:p>
          <a:p>
            <a:r>
              <a:rPr lang="en-US" sz="4000" b="1" dirty="0"/>
              <a:t>Real Estate Agents:</a:t>
            </a:r>
            <a:r>
              <a:rPr lang="en-US" sz="4000" dirty="0"/>
              <a:t> To highlight safety as a selling point for properties.</a:t>
            </a:r>
          </a:p>
          <a:p>
            <a:r>
              <a:rPr lang="en-US" sz="4000" b="1" dirty="0"/>
              <a:t>Urban Planners:</a:t>
            </a:r>
            <a:r>
              <a:rPr lang="en-US" sz="4000" dirty="0"/>
              <a:t> To identify crime hotspots and improve infrastructure.</a:t>
            </a:r>
          </a:p>
          <a:p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410774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553</Words>
  <Application>Microsoft Office PowerPoint</Application>
  <PresentationFormat>Widescreen</PresentationFormat>
  <Paragraphs>39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Core Concept</vt:lpstr>
      <vt:lpstr> Key Features</vt:lpstr>
      <vt:lpstr>A. Geo-layered Safety Map</vt:lpstr>
      <vt:lpstr>B. Crowd-Sourced Incident Reporting</vt:lpstr>
      <vt:lpstr>C. Route Safety Analyzer</vt:lpstr>
      <vt:lpstr>D. Community Alerts &amp; Notifications</vt:lpstr>
      <vt:lpstr>E. "SafeSpot" Finder</vt:lpstr>
      <vt:lpstr>Technology Stack</vt:lpstr>
      <vt:lpstr>Data Integrity &amp; Moderation</vt:lpstr>
      <vt:lpstr>Target Users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SHIV SHAKTHI</dc:creator>
  <cp:lastModifiedBy>SHIV SHAKTHI</cp:lastModifiedBy>
  <cp:revision>4</cp:revision>
  <dcterms:created xsi:type="dcterms:W3CDTF">2026-02-23T16:55:30Z</dcterms:created>
  <dcterms:modified xsi:type="dcterms:W3CDTF">2026-02-23T17:01:42Z</dcterms:modified>
</cp:coreProperties>
</file>